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o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624" y="77724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7180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spc="-100" kern="0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Aura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1371600" y="402336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ambient AI that remembers everything and acts before you ask.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7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Ahaan Iqbal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6199632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you Love hackathon  ·  built on Butterbase, HydraDB, Composio, Claude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tools forget, and none of them act for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21408"/>
            <a:ext cx="256032" cy="256032"/>
          </a:xfrm>
          <a:prstGeom prst="ellipse">
            <a:avLst/>
          </a:prstGeom>
          <a:solidFill>
            <a:srgbClr val="F7C5C0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2011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assistants are stateless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24871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forget what you said yesterday. every chat starts from zero.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538728"/>
            <a:ext cx="256032" cy="256032"/>
          </a:xfrm>
          <a:prstGeom prst="ellipse">
            <a:avLst/>
          </a:prstGeom>
          <a:solidFill>
            <a:srgbClr val="F6CDA8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429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life is scattered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390448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email, calendar, notes, messages, payments. you are the glue holding it together.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956048"/>
            <a:ext cx="256032" cy="256032"/>
          </a:xfrm>
          <a:prstGeom prst="ellipse">
            <a:avLst/>
          </a:prstGeom>
          <a:solidFill>
            <a:srgbClr val="C9B8F0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846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is proactive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53218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wait for you to ask. they never notice, draft, or act on their own.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aura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notes and chat app with an ambient brain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EFEAFB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59152"/>
            <a:ext cx="365760" cy="365760"/>
          </a:xfrm>
          <a:prstGeom prst="ellipse">
            <a:avLst/>
          </a:prstGeom>
          <a:solidFill>
            <a:srgbClr val="C9B8F0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3225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remembers everything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thought, by text or voice, kept in a persistent memory layer.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E8F1FB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359152"/>
            <a:ext cx="365760" cy="365760"/>
          </a:xfrm>
          <a:prstGeom prst="ellipse">
            <a:avLst/>
          </a:prstGeom>
          <a:solidFill>
            <a:srgbClr val="BCD7F2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23225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in the background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29260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 your inbox, drafts replies in your voice, watches your context.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E7F4EC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416552"/>
            <a:ext cx="365760" cy="365760"/>
          </a:xfrm>
          <a:prstGeom prst="ellipse">
            <a:avLst/>
          </a:prstGeom>
          <a:solidFill>
            <a:srgbClr val="B9E3CB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3799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surfaces only what matters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card when something needs you. it protects your attention.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40690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FBEAE8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4416552"/>
            <a:ext cx="365760" cy="365760"/>
          </a:xfrm>
          <a:prstGeom prst="ellipse">
            <a:avLst/>
          </a:prstGeom>
          <a:solidFill>
            <a:srgbClr val="F7C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3799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acts with one tap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4983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approve, it executes. saves a draft, places an order, books it.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brain, your tools, your memory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42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Aura app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944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expo, on your iphone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20440" y="2651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60520" y="22402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EFEAFB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25420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Butterbase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51960" y="2944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functions, the agent loop, claude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0" y="2651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955280" y="22402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7F4EC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5420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HydraDB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46720" y="294436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persistent memory of record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3246120" cy="1188720"/>
          </a:xfrm>
          <a:prstGeom prst="roundRect">
            <a:avLst>
              <a:gd name="adj" fmla="val 9231"/>
            </a:avLst>
          </a:prstGeom>
          <a:solidFill>
            <a:srgbClr val="E8F1FB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8795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gmail, calendar, notion, slack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69080" y="397764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FBEAE8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41879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AgentCard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160520" y="45902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virtual card to transact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98080" y="3977640"/>
            <a:ext cx="4069080" cy="1188720"/>
          </a:xfrm>
          <a:prstGeom prst="roundRect">
            <a:avLst>
              <a:gd name="adj" fmla="val 9231"/>
            </a:avLst>
          </a:prstGeom>
          <a:solidFill>
            <a:srgbClr val="FFFDFA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418795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Whisper + Claude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89520" y="45902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in, replies in your voice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27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capture  →  remember  →  recall  →  decide  →  surface  →  you approve  →  act  →  learn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magic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proactive, not reactive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C9B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8424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9293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notices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235000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new email lands while you are free, or you walk past a bakery near a friend's birthday.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044952"/>
            <a:ext cx="566928" cy="566928"/>
          </a:xfrm>
          <a:prstGeom prst="ellipse">
            <a:avLst/>
          </a:prstGeom>
          <a:solidFill>
            <a:srgbClr val="BCD7F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0083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drafts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34290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aura writes the reply in your voice, or proposes the cake, using what it remembers.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123944"/>
            <a:ext cx="566928" cy="566928"/>
          </a:xfrm>
          <a:prstGeom prst="ellipse">
            <a:avLst/>
          </a:prstGeom>
          <a:solidFill>
            <a:srgbClr val="B9E3C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4223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0873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surfaces one card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450799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single, calm card appears in chat. no noise, no asking.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202936"/>
            <a:ext cx="566928" cy="566928"/>
          </a:xfrm>
          <a:prstGeom prst="ellipse">
            <a:avLst/>
          </a:prstGeom>
          <a:solidFill>
            <a:srgbClr val="F6CDA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21224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5166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approve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54480" y="558698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tap. it saves the real gmail draft, or pays on your aura card.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connects to your real life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accounts, real actions</a:t>
            </a:r>
            <a:endParaRPr lang="en-US" sz="3400" dirty="0"/>
          </a:p>
        </p:txBody>
      </p:sp>
      <p:pic>
        <p:nvPicPr>
          <p:cNvPr id="4" name="Image 0" descr="assets/g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Gmail</a:t>
            </a:r>
            <a:endParaRPr lang="en-US" sz="1400" dirty="0"/>
          </a:p>
        </p:txBody>
      </p:sp>
      <p:pic>
        <p:nvPicPr>
          <p:cNvPr id="6" name="Image 1" descr="assets/google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286000"/>
            <a:ext cx="137160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2608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Calendar</a:t>
            </a:r>
            <a:endParaRPr lang="en-US" sz="1400" dirty="0"/>
          </a:p>
        </p:txBody>
      </p:sp>
      <p:pic>
        <p:nvPicPr>
          <p:cNvPr id="8" name="Image 2" descr="assets/no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286000"/>
            <a:ext cx="1371600" cy="137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6636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Notion</a:t>
            </a:r>
            <a:endParaRPr lang="en-US" sz="1400" dirty="0"/>
          </a:p>
        </p:txBody>
      </p:sp>
      <p:pic>
        <p:nvPicPr>
          <p:cNvPr id="10" name="Image 3" descr="assets/sl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286000"/>
            <a:ext cx="1371600" cy="1371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0664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Slack</a:t>
            </a:r>
            <a:endParaRPr lang="en-US" sz="1400" dirty="0"/>
          </a:p>
        </p:txBody>
      </p:sp>
      <p:pic>
        <p:nvPicPr>
          <p:cNvPr id="12" name="Image 4" descr="assets/whatsap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286000"/>
            <a:ext cx="1371600" cy="1371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4692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1097280" y="4754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tap to connect with real OAuth. aura then reads your inbox, drafts replies, and saves real gmail drafts. demonstrated live on a real account.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to be loved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taste, voice, and calm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926080"/>
          </a:xfrm>
          <a:prstGeom prst="roundRect">
            <a:avLst>
              <a:gd name="adj" fmla="val 4375"/>
            </a:avLst>
          </a:prstGeom>
          <a:solidFill>
            <a:srgbClr val="FFFDFA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468880"/>
            <a:ext cx="502920" cy="502920"/>
          </a:xfrm>
          <a:prstGeom prst="ellipse">
            <a:avLst/>
          </a:prstGeom>
          <a:solidFill>
            <a:srgbClr val="C9B8F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personality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36576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warm, witty, all lowercase. it talks like a sharp friend, not a bot.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474720" cy="2926080"/>
          </a:xfrm>
          <a:prstGeom prst="roundRect">
            <a:avLst>
              <a:gd name="adj" fmla="val 4375"/>
            </a:avLst>
          </a:prstGeom>
          <a:solidFill>
            <a:srgbClr val="FFFDFA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468880"/>
            <a:ext cx="502920" cy="502920"/>
          </a:xfrm>
          <a:prstGeom prst="ellipse">
            <a:avLst/>
          </a:prstGeom>
          <a:solidFill>
            <a:srgbClr val="BCD7F2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native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0600" y="36576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speak to aura in chat and notes. it transcribes and replies in your voice.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474720" cy="2926080"/>
          </a:xfrm>
          <a:prstGeom prst="roundRect">
            <a:avLst>
              <a:gd name="adj" fmla="val 4375"/>
            </a:avLst>
          </a:prstGeom>
          <a:solidFill>
            <a:srgbClr val="FFFDFA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468880"/>
            <a:ext cx="502920" cy="502920"/>
          </a:xfrm>
          <a:prstGeom prst="ellipse">
            <a:avLst/>
          </a:prstGeom>
          <a:solidFill>
            <a:srgbClr val="B9E3CB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 and ambient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49640" y="36576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editorial type, soft pastels, a living orb, haptics, and gentle motion.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aura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build, four ways to love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E7F4EC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31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use of memory and context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recall is the spine. every action is grounded in what aura remembers, in HydraDB.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E8F1FB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331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workflow agent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29260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automate then approve. aura does the work in the background, you just tap.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EFEAFB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389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agent people love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5840" y="4983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personality, voice, and a calm, beautiful surface that feels personal.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40690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FBEAE8"/>
          </a:solidFill>
          <a:ln w="12700">
            <a:solidFill>
              <a:srgbClr val="ECE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4389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overall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29400" y="4983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coherent ambient assistant that genuinely remembers, decides, and acts.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o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5720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4667"/>
            </a:avLst>
          </a:prstGeom>
          <a:solidFill>
            <a:srgbClr val="FFFDFA"/>
          </a:solidFill>
          <a:ln w="19050">
            <a:solidFill>
              <a:srgbClr val="ECE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0632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 drop your recorded demo video here 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9834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C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ambient brain. it remembers, drafts, and acts in the background, and only asks you to approve.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Aura  ·  by Ahaan Iqbal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2026-06-21T21:59:55Z</dcterms:created>
  <dcterms:modified xsi:type="dcterms:W3CDTF">2026-06-21T21:59:55Z</dcterms:modified>
</cp:coreProperties>
</file>